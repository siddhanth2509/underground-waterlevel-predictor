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4C889C-4889-46B7-8017-7D9C5CBCBA66}" v="3" dt="2024-09-16T11:25:05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9/16/2024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9/16/2024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2024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2076450"/>
            <a:ext cx="1219200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 SIH1696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 software application - Ground water level predictor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Synchron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-us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443804"/>
            <a:ext cx="12191999" cy="41419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0886" y="1012906"/>
            <a:ext cx="12191999" cy="517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u="sng" dirty="0">
                <a:solidFill>
                  <a:schemeClr val="tx2"/>
                </a:solidFill>
                <a:latin typeface="Aptos Black" panose="020B0004020202020204" pitchFamily="34" charset="0"/>
                <a:cs typeface="Arial" pitchFamily="34" charset="0"/>
              </a:rPr>
              <a:t>Proposed Solution 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Build a software application for predicting and analyzing groundwater levels based on environmental factors such as rainfall, land use, population, and hydrogeology.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app will also fill in data gaps in time-series data and forecast groundwater levels in space and time.</a:t>
            </a:r>
          </a:p>
          <a:p>
            <a:r>
              <a:rPr lang="en-US" sz="2400" u="sng" dirty="0">
                <a:solidFill>
                  <a:schemeClr val="tx2"/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Detailed Explanation:-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Uses a combination of real-time and historical groundwater data along with environmental factors to predict future groundwater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Integration of Geographic Information Systems (GIS) and Machine Learning (ML) models to </a:t>
            </a:r>
            <a:r>
              <a:rPr lang="en-US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analy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and </a:t>
            </a:r>
            <a:r>
              <a:rPr lang="en-US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visualizegroundwater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levels.</a:t>
            </a:r>
            <a:endParaRPr lang="en-US" sz="3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User-friendly interface for public access to forecast groundwater levels at any location and time</a:t>
            </a:r>
            <a:r>
              <a:rPr lang="en-US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r>
              <a:rPr lang="en-US" sz="2400" u="sng" dirty="0">
                <a:solidFill>
                  <a:schemeClr val="tx2"/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Innovation and Uniqueness:-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Machine Learning for Complex Pattern Recognition: Identifies hidden, non-linear relationships between environmental variables, enabling more accurate predictions.</a:t>
            </a:r>
            <a:endParaRPr lang="en-US" sz="3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Multivariate Analysis: Handles complex interdependencies between multiple factors like rainfall, temperature, soil moisture, and human water usage.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43804"/>
            <a:ext cx="3204000" cy="277674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7078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8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en-IN" sz="1600" dirty="0" err="1">
                <a:latin typeface="Aharoni" panose="02010803020104030203" pitchFamily="2" charset="-79"/>
                <a:cs typeface="Aharoni" panose="02010803020104030203" pitchFamily="2" charset="-79"/>
              </a:rPr>
              <a:t>Synchron</a:t>
            </a:r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 - us</a:t>
            </a:r>
          </a:p>
          <a:p>
            <a:pPr algn="ctr"/>
            <a:endParaRPr lang="en-IN" dirty="0"/>
          </a:p>
        </p:txBody>
      </p:sp>
      <p:pic>
        <p:nvPicPr>
          <p:cNvPr id="11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1087524"/>
            <a:ext cx="12192000" cy="5201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2600" dirty="0">
                <a:solidFill>
                  <a:schemeClr val="tx2"/>
                </a:solidFill>
                <a:latin typeface="Aptos Black" panose="020F0502020204030204" pitchFamily="34" charset="0"/>
                <a:cs typeface="Arial" pitchFamily="34" charset="0"/>
              </a:rPr>
              <a:t>Technologies to be Used:- </a:t>
            </a:r>
          </a:p>
          <a:p>
            <a:pPr algn="just"/>
            <a:r>
              <a:rPr lang="en-US" sz="2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Programming Languages:- Python, R   </a:t>
            </a:r>
          </a:p>
          <a:p>
            <a:pPr algn="just"/>
            <a:r>
              <a:rPr lang="en-US" sz="2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Frameworks:- TensorFlow, scikit-learn, GIS software (e.g., QGIS)   </a:t>
            </a:r>
          </a:p>
          <a:p>
            <a:pPr algn="just"/>
            <a:r>
              <a:rPr lang="en-US" sz="2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Database:- MySQL/PostgreSQL   </a:t>
            </a:r>
          </a:p>
          <a:p>
            <a:pPr algn="just"/>
            <a:r>
              <a:rPr lang="en-US" sz="2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Visualization Tools: </a:t>
            </a:r>
            <a:r>
              <a:rPr lang="en-US" sz="21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Plotly</a:t>
            </a:r>
            <a:r>
              <a:rPr lang="en-US" sz="2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Matplotlib, Leaflet (for map visualizations)</a:t>
            </a:r>
          </a:p>
          <a:p>
            <a:pPr algn="just"/>
            <a:r>
              <a:rPr lang="en-US" sz="2600" dirty="0">
                <a:solidFill>
                  <a:schemeClr val="tx2"/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Methodology and Process:-</a:t>
            </a:r>
          </a:p>
          <a:p>
            <a:pPr algn="just"/>
            <a:r>
              <a:rPr lang="en-US" sz="2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Collection:- Groundwater levels, rainfall, land use, and population data.     </a:t>
            </a:r>
          </a:p>
          <a:p>
            <a:pPr algn="just"/>
            <a:r>
              <a:rPr lang="en-US" sz="2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Preprocessing:- Cleaning, normalization, and geospatial alignment.   </a:t>
            </a:r>
          </a:p>
          <a:p>
            <a:pPr algn="just"/>
            <a:r>
              <a:rPr lang="en-US" sz="2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Modeling:- Time-series forecasting using LSTM; spatial modeling with GIS-based ML models. </a:t>
            </a:r>
          </a:p>
          <a:p>
            <a:pPr algn="just"/>
            <a:r>
              <a:rPr lang="en-US" sz="2600" dirty="0">
                <a:solidFill>
                  <a:schemeClr val="tx2"/>
                </a:solidFill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Implementation Flow:-</a:t>
            </a:r>
          </a:p>
          <a:p>
            <a:pPr marL="457200" indent="-457200" algn="just">
              <a:buAutoNum type="arabicPeriod"/>
            </a:pPr>
            <a:r>
              <a:rPr lang="en-US" sz="2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collection and preprocessing. </a:t>
            </a:r>
          </a:p>
          <a:p>
            <a:pPr marL="457200" indent="-457200" algn="just">
              <a:buAutoNum type="arabicPeriod"/>
            </a:pPr>
            <a:r>
              <a:rPr lang="en-US" sz="2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Feature engineering and data visualization.</a:t>
            </a:r>
          </a:p>
          <a:p>
            <a:pPr marL="457200" indent="-457200" algn="just">
              <a:buAutoNum type="arabicPeriod"/>
            </a:pPr>
            <a:r>
              <a:rPr lang="en-US" sz="2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Model training (spatial and temporal predictions).     </a:t>
            </a:r>
          </a:p>
          <a:p>
            <a:pPr marL="457200" indent="-457200" algn="just">
              <a:buAutoNum type="arabicPeriod"/>
            </a:pPr>
            <a:r>
              <a:rPr lang="en-US" sz="2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4. Application development (integration with GIS).     </a:t>
            </a:r>
          </a:p>
          <a:p>
            <a:pPr marL="457200" indent="-457200" algn="just">
              <a:buAutoNum type="arabicPeriod"/>
            </a:pPr>
            <a:r>
              <a:rPr lang="en-US" sz="21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5. Testing and validation.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 err="1">
                <a:latin typeface="Aharoni" panose="02010803020104030203" pitchFamily="2" charset="-79"/>
                <a:cs typeface="Aharoni" panose="02010803020104030203" pitchFamily="2" charset="-79"/>
              </a:rPr>
              <a:t>Synchron</a:t>
            </a:r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 - 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1167159"/>
            <a:ext cx="12192000" cy="5139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Feasibility:-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availability from public agencies like CGWB ensures reliable inputs.  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Proven ML algorithms for time-series and spatial data.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Cloud infrastructure can handle scalability for user queries and real-time predictions.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Challenges:-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Missing or incomplete data, especially in remote areas.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Real-time data updating and model retraining for accuracy.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Integrating diverse datasets (spatial, temporal) into one unified model.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Strategies:-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Use imputation techniques to fill missing data.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Set up continuous data pipelines for real-time updates.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Regular model retraining using new data points.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8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en-IN" sz="1600" dirty="0" err="1">
                <a:latin typeface="Aharoni" panose="02010803020104030203" pitchFamily="2" charset="-79"/>
                <a:cs typeface="Aharoni" panose="02010803020104030203" pitchFamily="2" charset="-79"/>
              </a:rPr>
              <a:t>Synchron</a:t>
            </a:r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 - us</a:t>
            </a:r>
          </a:p>
          <a:p>
            <a:pPr algn="ctr"/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8515" y="1240073"/>
            <a:ext cx="12115799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Impact:-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Helps manage water resources more efficiently by predicting groundwater depletion.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Provides critical information for agricultural planning and urban development.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Aids policymakers and environmentalists in maintaining the health of aquifers.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Benefits:-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Social:- Informs communities about groundwater availability, ensuring sustainable water usage.    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Economic:- Helps farmers and industries optimize water use, reducing costs.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Environmental:- Supports conservation efforts by identifying stressed aquifers and promoting better land use practices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6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en-IN" sz="1600" dirty="0" err="1">
                <a:latin typeface="Aharoni" panose="02010803020104030203" pitchFamily="2" charset="-79"/>
                <a:cs typeface="Aharoni" panose="02010803020104030203" pitchFamily="2" charset="-79"/>
              </a:rPr>
              <a:t>Synchron</a:t>
            </a:r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 - us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08857" y="1617116"/>
            <a:ext cx="11941629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ptos Black" panose="020B0004020202020204" pitchFamily="34" charset="0"/>
                <a:cs typeface="Arial" pitchFamily="34" charset="0"/>
              </a:rPr>
              <a:t>References:-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ptos Black" panose="020B0004020202020204" pitchFamily="34" charset="0"/>
              <a:cs typeface="Arial" pitchFamily="34" charset="0"/>
            </a:endParaRP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from the Central Ground Water Board (CGWB) and similar agencies.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Research on groundwater modeling and ML-based prediction techniques.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Open-source GIS tools and libraries for spatial analysis.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https://youtu.be/XgOjTtA13sk?si=_nVfXItYBHffLVUl (Similar project related to it but used different approach)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8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en-IN" sz="1600" dirty="0" err="1">
                <a:latin typeface="Aharoni" panose="02010803020104030203" pitchFamily="2" charset="-79"/>
                <a:cs typeface="Aharoni" panose="02010803020104030203" pitchFamily="2" charset="-79"/>
              </a:rPr>
              <a:t>Synchron</a:t>
            </a:r>
            <a:r>
              <a:rPr lang="en-IN" sz="1600" dirty="0">
                <a:latin typeface="Aharoni" panose="02010803020104030203" pitchFamily="2" charset="-79"/>
                <a:cs typeface="Aharoni" panose="02010803020104030203" pitchFamily="2" charset="-79"/>
              </a:rPr>
              <a:t> - us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7563</TotalTime>
  <Words>761</Words>
  <Application>Microsoft Office PowerPoint</Application>
  <PresentationFormat>Widescreen</PresentationFormat>
  <Paragraphs>108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ＭＳ Ｐゴシック</vt:lpstr>
      <vt:lpstr>ADLaM Display</vt:lpstr>
      <vt:lpstr>Aharoni</vt:lpstr>
      <vt:lpstr>Aptos Black</vt:lpstr>
      <vt:lpstr>Arial</vt:lpstr>
      <vt:lpstr>Calibri</vt:lpstr>
      <vt:lpstr>Garamond</vt:lpstr>
      <vt:lpstr>Times New Roman</vt:lpstr>
      <vt:lpstr>TradeGothic</vt:lpstr>
      <vt:lpstr>Office Theme</vt:lpstr>
      <vt:lpstr>SMART INDIA HACKATHON 2024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Prince singh</cp:lastModifiedBy>
  <cp:revision>148</cp:revision>
  <dcterms:created xsi:type="dcterms:W3CDTF">2013-12-12T18:46:50Z</dcterms:created>
  <dcterms:modified xsi:type="dcterms:W3CDTF">2024-09-16T17:12:41Z</dcterms:modified>
  <cp:category/>
</cp:coreProperties>
</file>