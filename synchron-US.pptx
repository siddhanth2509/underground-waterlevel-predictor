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07DF6-2218-476A-8E94-A6B80EBDA1E9}" v="6" dt="2024-09-19T15:27:18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76450"/>
            <a:ext cx="121920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SIH1696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 software application - Ground water level predictor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Synchron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43804"/>
            <a:ext cx="12191999" cy="41419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0567" y="1224376"/>
            <a:ext cx="106176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cs typeface="Arial" pitchFamily="34" charset="0"/>
              </a:rPr>
              <a:t>Proposed Solution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a software application for predicting and analyzing groundwater levels based on environmental factors such as rainfall, land use, population, and hydrogeology.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app will also fill in data gaps in time-series data and forecast groundwater levels in space and 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43804"/>
            <a:ext cx="3204000" cy="277674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70781"/>
            <a:ext cx="16756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F47367-8914-2DB7-5164-CA4131034B01}"/>
              </a:ext>
            </a:extLst>
          </p:cNvPr>
          <p:cNvSpPr txBox="1"/>
          <p:nvPr/>
        </p:nvSpPr>
        <p:spPr>
          <a:xfrm>
            <a:off x="318919" y="2795504"/>
            <a:ext cx="109728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Detailed Explanation:-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Uses a combination of real-time and historical groundwater data along with environmental factors to predict future groundwater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Integration of Geographic Information Systems (GIS) and Machine Learning (ML) models to analyze and visualize groundwater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User-friendly interface for public access to forecast groundwater levels at any location and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A77FD-06D7-E5EA-0EB0-75884D644137}"/>
              </a:ext>
            </a:extLst>
          </p:cNvPr>
          <p:cNvSpPr txBox="1"/>
          <p:nvPr/>
        </p:nvSpPr>
        <p:spPr>
          <a:xfrm>
            <a:off x="360567" y="4754040"/>
            <a:ext cx="106176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Innovation and Uniqueness:-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Machine Learning for Complex Pattern Recognition</a:t>
            </a: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Identifies hidden and non-linear relationships between environmental variables, enabling more accurate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Multivariate Analysis</a:t>
            </a:r>
            <a:r>
              <a:rPr lang="en-US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Handles complex interdependencies between multiple factors like rainfall, temperature, soil moisture, and human water usage.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47A93-0025-F240-537D-C4635C31660A}"/>
              </a:ext>
            </a:extLst>
          </p:cNvPr>
          <p:cNvSpPr/>
          <p:nvPr/>
        </p:nvSpPr>
        <p:spPr>
          <a:xfrm>
            <a:off x="318920" y="1155354"/>
            <a:ext cx="10836877" cy="144069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5EA8F0-1179-80EC-4E4A-28D438F80369}"/>
              </a:ext>
            </a:extLst>
          </p:cNvPr>
          <p:cNvSpPr/>
          <p:nvPr/>
        </p:nvSpPr>
        <p:spPr>
          <a:xfrm>
            <a:off x="318919" y="2759708"/>
            <a:ext cx="10867453" cy="181229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9F84A8-AC95-D16B-8F92-B915AABE08EB}"/>
              </a:ext>
            </a:extLst>
          </p:cNvPr>
          <p:cNvSpPr/>
          <p:nvPr/>
        </p:nvSpPr>
        <p:spPr>
          <a:xfrm>
            <a:off x="329773" y="4759920"/>
            <a:ext cx="10856600" cy="145463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087524"/>
            <a:ext cx="8311243" cy="410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F0502020204030204" pitchFamily="34" charset="0"/>
                <a:cs typeface="Arial" pitchFamily="34" charset="0"/>
              </a:rPr>
              <a:t>Technologies to be Used:- </a:t>
            </a:r>
          </a:p>
          <a:p>
            <a:pPr algn="just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Programming Languages:- Python, R   </a:t>
            </a:r>
          </a:p>
          <a:p>
            <a:pPr algn="just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Frameworks:- TensorFlow, scikit-learn, GIS software (e.g., QGIS)   </a:t>
            </a:r>
          </a:p>
          <a:p>
            <a:pPr algn="just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Database:- MySQL/PostgreSQL   </a:t>
            </a:r>
          </a:p>
          <a:p>
            <a:pPr algn="just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 Tools: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Plotly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Matplotlib, Leaflet (for map visualizations)</a:t>
            </a:r>
          </a:p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 and Process:-</a:t>
            </a:r>
          </a:p>
          <a:p>
            <a:pPr algn="just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Groundwater levels, rainfall, land use, and population data.     </a:t>
            </a:r>
          </a:p>
          <a:p>
            <a:pPr algn="just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Preprocessing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Cleaning, normalization, and geospatial alignment.   </a:t>
            </a:r>
          </a:p>
          <a:p>
            <a:pPr algn="just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Modeling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Time-series forecasting using LSTM; spatial modeling with GIS-based ML models.</a:t>
            </a: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 Flow:-</a:t>
            </a:r>
          </a:p>
          <a:p>
            <a:pPr algn="just"/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</p:txBody>
      </p:sp>
      <p:pic>
        <p:nvPicPr>
          <p:cNvPr id="3" name="Picture 2" descr="A diagram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38337CEC-3DA8-32C1-68F9-142C6FCB9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92" y="1224376"/>
            <a:ext cx="2654494" cy="3821915"/>
          </a:xfrm>
          <a:prstGeom prst="rect">
            <a:avLst/>
          </a:prstGeom>
        </p:spPr>
      </p:pic>
      <p:pic>
        <p:nvPicPr>
          <p:cNvPr id="5" name="Picture 4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450B16DE-E10F-7024-FF29-BBE2BA749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404" y="4340652"/>
            <a:ext cx="4869189" cy="2015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2844" y="1479312"/>
            <a:ext cx="4869873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Feasibility:-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availability from public agencies like CGWB ensures reliable inputs.  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Proven ML algorithms for time-series and spatial data.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Cloud infrastructure can handle scalability for user queries and real-time predictions.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13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A4A2E8-E488-A4DC-654D-45214FCA3B9E}"/>
              </a:ext>
            </a:extLst>
          </p:cNvPr>
          <p:cNvSpPr txBox="1"/>
          <p:nvPr/>
        </p:nvSpPr>
        <p:spPr>
          <a:xfrm>
            <a:off x="5973618" y="1561226"/>
            <a:ext cx="5527963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Missing or incomplete data, especially in remote areas.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Real-time data updating and model retraining for accuracy.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Integrating diverse datasets (spatial, temporal) into one unified model.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332CF-38DD-3D32-C645-5FD154AED0A7}"/>
              </a:ext>
            </a:extLst>
          </p:cNvPr>
          <p:cNvSpPr/>
          <p:nvPr/>
        </p:nvSpPr>
        <p:spPr>
          <a:xfrm>
            <a:off x="252845" y="1479312"/>
            <a:ext cx="5223164" cy="43637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980795-B32F-2204-C8A1-2C0D378E635A}"/>
              </a:ext>
            </a:extLst>
          </p:cNvPr>
          <p:cNvSpPr/>
          <p:nvPr/>
        </p:nvSpPr>
        <p:spPr>
          <a:xfrm>
            <a:off x="5973618" y="1479312"/>
            <a:ext cx="5705764" cy="221761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F050FC-F4CB-3605-7129-9000ECE1AEC4}"/>
              </a:ext>
            </a:extLst>
          </p:cNvPr>
          <p:cNvSpPr txBox="1"/>
          <p:nvPr/>
        </p:nvSpPr>
        <p:spPr>
          <a:xfrm>
            <a:off x="6022108" y="3780990"/>
            <a:ext cx="56087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Strategies:-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 imputation techniques to fill missing data.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Set up continuous data pipelines for real-time updates.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Regular model retraining using new data points.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C2A1AF-58C9-2D4F-5085-885B3F7CB76F}"/>
              </a:ext>
            </a:extLst>
          </p:cNvPr>
          <p:cNvSpPr/>
          <p:nvPr/>
        </p:nvSpPr>
        <p:spPr>
          <a:xfrm>
            <a:off x="5973618" y="3811711"/>
            <a:ext cx="5705764" cy="20313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42851" y="1253797"/>
            <a:ext cx="5105895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Impact:-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Helps manage water resources more efficiently by predicting groundwater depletion.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Provides critical information for agricultural planning and urban development.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Aids policymakers and environmentalists in maintaining the health of aquifers.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133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9BA9F-9401-7602-0E11-0B19D2F949D3}"/>
              </a:ext>
            </a:extLst>
          </p:cNvPr>
          <p:cNvSpPr txBox="1"/>
          <p:nvPr/>
        </p:nvSpPr>
        <p:spPr>
          <a:xfrm>
            <a:off x="6095999" y="1424430"/>
            <a:ext cx="510589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Social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Informs communities about groundwater availability, ensuring sustainable water usage. 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Economic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Helps farmers and industries optimize water use, reducing costs.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Environmental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:- Supports conservation efforts by identifying stressed aquifers and promoting better land use practices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85228-1767-3BB4-53E5-8B91D93E998E}"/>
              </a:ext>
            </a:extLst>
          </p:cNvPr>
          <p:cNvSpPr/>
          <p:nvPr/>
        </p:nvSpPr>
        <p:spPr>
          <a:xfrm>
            <a:off x="329773" y="1230451"/>
            <a:ext cx="5218973" cy="423988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17BA3-BE18-3D67-B04F-E1492524B2CB}"/>
              </a:ext>
            </a:extLst>
          </p:cNvPr>
          <p:cNvSpPr/>
          <p:nvPr/>
        </p:nvSpPr>
        <p:spPr>
          <a:xfrm>
            <a:off x="6095999" y="1193685"/>
            <a:ext cx="5292437" cy="427665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857" y="1617116"/>
            <a:ext cx="11941629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cs typeface="Arial" pitchFamily="34" charset="0"/>
              </a:rPr>
              <a:t>References:-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ptos Black" panose="020B0004020202020204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from the Central Ground Water Board (CGWB) and similar agencies.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on groundwater modeling and ML-based prediction techniques.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Open-source GIS tools and libraries for spatial analysis.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https://youtu.be/XgOjTtA13sk?si=_nVfXItYBHffLVUl (Similar project related to it but used different approach)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3410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7626</TotalTime>
  <Words>585</Words>
  <Application>Microsoft Office PowerPoint</Application>
  <PresentationFormat>Widescreen</PresentationFormat>
  <Paragraphs>89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ADLaM Display</vt:lpstr>
      <vt:lpstr>Aharoni</vt:lpstr>
      <vt:lpstr>Aptos Black</vt:lpstr>
      <vt:lpstr>Arial</vt:lpstr>
      <vt:lpstr>Calibri</vt:lpstr>
      <vt:lpstr>Garamond</vt:lpstr>
      <vt:lpstr>Times New Roman</vt:lpstr>
      <vt:lpstr>TradeGothic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Shivani Nautiyal</cp:lastModifiedBy>
  <cp:revision>149</cp:revision>
  <dcterms:created xsi:type="dcterms:W3CDTF">2013-12-12T18:46:50Z</dcterms:created>
  <dcterms:modified xsi:type="dcterms:W3CDTF">2024-09-19T15:40:44Z</dcterms:modified>
  <cp:category/>
</cp:coreProperties>
</file>